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Roboto Slab"/>
      <p:regular r:id="rId14"/>
      <p:bold r:id="rId15"/>
    </p:embeddedFon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3864C0-520E-4696-8522-D11A4D1E8E1F}">
  <a:tblStyle styleId="{DD3864C0-520E-4696-8522-D11A4D1E8E1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Slab-bold.fntdata"/><Relationship Id="rId14" Type="http://schemas.openxmlformats.org/officeDocument/2006/relationships/font" Target="fonts/RobotoSlab-regular.fntdata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epa.gov/ozone-layer-protection/basic-ozone-layer-science" TargetMode="External"/><Relationship Id="rId3" Type="http://schemas.openxmlformats.org/officeDocument/2006/relationships/hyperlink" Target="https://gml.noaa.gov/hats/about/cfc.html" TargetMode="External"/><Relationship Id="rId4" Type="http://schemas.openxmlformats.org/officeDocument/2006/relationships/hyperlink" Target="https://gml.noaa.gov/hats/publictn/elkins/cfcs.html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0a81012e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0a81012e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CFCs: Because it is coming from the North west the CO2 is most likely coming from East Asia rather than LA or New England.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we have two instruments…</a:t>
            </a:r>
            <a:r>
              <a:rPr lang="en">
                <a:solidFill>
                  <a:schemeClr val="dk1"/>
                </a:solidFill>
              </a:rPr>
              <a:t>CFC issues: not certain the instrument will be able to recognize the concentration and record data.</a:t>
            </a:r>
            <a:endParaRPr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Char char="●"/>
            </a:pPr>
            <a:r>
              <a:rPr lang="en" sz="800" u="sng">
                <a:solidFill>
                  <a:srgbClr val="0097A7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Basic Ozone Layer Science | US EPA</a:t>
            </a:r>
            <a:endParaRPr sz="800">
              <a:solidFill>
                <a:srgbClr val="595959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Char char="●"/>
            </a:pPr>
            <a:r>
              <a:rPr lang="en" sz="800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NOAA Global Monitoring Laboratory - Halocarbons and other Atmospheric Trace Species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Char char="●"/>
            </a:pPr>
            <a:r>
              <a:rPr lang="en" sz="800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NOAA Global Monitoring Laboratory - Halocarbons and other Atmospheric Trace Species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0a81012e0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0a81012e0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about the process, your favorite parts and/or least favorite parts of the process. What were you excited about?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went wrong?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CFC the SD card was corrupted then the new one worked inconsistently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Expectations of data, no cfc in ozone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 is a Binary Unit System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0a81012e0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0a81012e0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about the data just a little bit, but don’t analyze it. Just point out a few interesting spots on the graph that we will explain later. For example, for the CO2 graph it goes to 0 ppm from 10 to 30 km and it should have had at least something.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Ozone layer: between 15-30km is 90%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0a81012e0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0a81012e0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data found CFC in the ozone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Found other data, but graphs were for specific CFCs.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0a81012e0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0a81012e0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Results, state what we found and what we think is the most likely analysis of the data.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0a81012e0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0a81012e0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Also talk about what we would change if we were to do the experiment again. For example, maybe different </a:t>
            </a:r>
            <a:r>
              <a:rPr lang="en"/>
              <a:t>hand warmers</a:t>
            </a:r>
            <a:r>
              <a:rPr lang="en"/>
              <a:t> to see if it is a temperature problem.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we were do do this again…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-adjust temperature design of box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-research more about temperature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CO2 at high altitudes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CO2 and CFC Sensors</a:t>
            </a:r>
            <a:endParaRPr sz="2000"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471300" y="2797175"/>
            <a:ext cx="8201400" cy="6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Melissa Griffin, Adam Packard, Alli Porter, </a:t>
            </a:r>
            <a:r>
              <a:rPr lang="en"/>
              <a:t>Quinn Roberts, </a:t>
            </a:r>
            <a:r>
              <a:rPr lang="en"/>
              <a:t>Karina Winn</a:t>
            </a:r>
            <a:endParaRPr/>
          </a:p>
        </p:txBody>
      </p:sp>
      <p:sp>
        <p:nvSpPr>
          <p:cNvPr id="65" name="Google Shape;65;p13"/>
          <p:cNvSpPr txBox="1"/>
          <p:nvPr/>
        </p:nvSpPr>
        <p:spPr>
          <a:xfrm>
            <a:off x="3429000" y="1258800"/>
            <a:ext cx="22860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The Nine Horsemen</a:t>
            </a:r>
            <a:endParaRPr sz="185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graphicFrame>
        <p:nvGraphicFramePr>
          <p:cNvPr id="72" name="Google Shape;72;p14"/>
          <p:cNvGraphicFramePr/>
          <p:nvPr/>
        </p:nvGraphicFramePr>
        <p:xfrm>
          <a:off x="841375" y="106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{DD3864C0-520E-4696-8522-D11A4D1E8E1F}</a:tableStyleId>
              </a:tblPr>
              <a:tblGrid>
                <a:gridCol w="3619500"/>
                <a:gridCol w="3619500"/>
              </a:tblGrid>
              <a:tr h="3587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CFCs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●"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Location of CFCs in the atmosphere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●"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We expect most of the CFCs to be in the upper atmosphere because the direction of the wind current is coming from the North West. 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CO2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●"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Discover where the CO2 is coming from 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●"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Originally a back-up experiment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PROCEDURE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11700" y="1017725"/>
            <a:ext cx="8520600" cy="36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Researching 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Rewiring and Debugging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Lot and lots of testing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Prepping for flight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Day of Flight</a:t>
            </a: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4701875" y="831275"/>
            <a:ext cx="36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4438925" y="344200"/>
            <a:ext cx="414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3950" y="452987"/>
            <a:ext cx="5650050" cy="4237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idx="2" type="body"/>
          </p:nvPr>
        </p:nvSpPr>
        <p:spPr>
          <a:xfrm>
            <a:off x="4648100" y="114412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CO2 Data</a:t>
            </a:r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87900" y="1134025"/>
            <a:ext cx="3999900" cy="33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CFC Data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700" y="1803550"/>
            <a:ext cx="4374300" cy="282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 rotWithShape="1">
          <a:blip r:embed="rId4">
            <a:alphaModFix/>
          </a:blip>
          <a:srcRect b="0" l="4799" r="7949" t="0"/>
          <a:stretch/>
        </p:blipFill>
        <p:spPr>
          <a:xfrm>
            <a:off x="4686000" y="1803550"/>
            <a:ext cx="4324700" cy="282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358900" y="111472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CFC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Uncertainties of our measuring device is </a:t>
            </a:r>
            <a:r>
              <a:rPr lang="en"/>
              <a:t>+/- 50 ppm +/- 5% of the reading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</a:t>
            </a:r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4779825" y="1201450"/>
            <a:ext cx="40524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CO2 </a:t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Dropping to 0 ppm at about 5000 m was unexpected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CO2 sensor takes a while to adjust 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+/- 50 ppm +/- 5% of the reading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572000" y="122112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CO2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Reads 0 from </a:t>
            </a:r>
            <a:r>
              <a:rPr lang="en">
                <a:solidFill>
                  <a:schemeClr val="dk1"/>
                </a:solidFill>
              </a:rPr>
              <a:t>10 km</a:t>
            </a:r>
            <a:r>
              <a:rPr lang="en">
                <a:solidFill>
                  <a:schemeClr val="dk1"/>
                </a:solidFill>
              </a:rPr>
              <a:t> to 30 km… very suspicious…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 cold for CO2 probe?</a:t>
            </a:r>
            <a:endParaRPr/>
          </a:p>
        </p:txBody>
      </p:sp>
      <p:sp>
        <p:nvSpPr>
          <p:cNvPr id="104" name="Google Shape;104;p18"/>
          <p:cNvSpPr txBox="1"/>
          <p:nvPr/>
        </p:nvSpPr>
        <p:spPr>
          <a:xfrm>
            <a:off x="192650" y="1449725"/>
            <a:ext cx="4208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CFCs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There were 10-15 ppm CFCs between 15000 and 30000 meters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Our sensor picked up CFCs in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ozone layer!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Further analysis and comparison to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other CO2 data neede</a:t>
            </a:r>
            <a:r>
              <a:rPr lang="en"/>
              <a:t>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0126" y="159038"/>
            <a:ext cx="3545900" cy="4727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